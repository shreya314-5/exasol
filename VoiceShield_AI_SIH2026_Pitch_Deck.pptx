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0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VoiceShield AI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detection and prevention of voice-cloning impersonation attacks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 voice-integrity layer for telecom, banking and enterprise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Shreya Sivanath|   Team: Ctrl Alt Defeat   |   Theme: Money, Risk, Regulation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voice is no longer proof of identity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cloning needs only seconds of audio; high-pressure calls leave no time to doubt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impersonated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CXOs, government officials and trusted colleagues, used to trigger fund transfers or bypass approvals.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VoIP, mobile networks and collaboration platforms, often backed by leaked personal data for a convincing story.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6400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checks fail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ID, manual call-back and "it sounds like him" are no longer reliable under pressure.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0632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actionable detection exists inside live calls. Institutions that rely on telephonic instructions and approvals face large-scale financial fraud and reputational damage. We need a risk score </a:t>
            </a: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call, before the sensitive action is taken.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problem demands and how we answer it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in the statement maps to a module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VoiceShield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 analysis of acoustic artefacts, prosody, generation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authenticity engine (3 layers)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risk score during the live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risk-scoring engine, updated every ~1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and recommendations before sensitive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 layer + pre-transaction warning prompts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Privacy-preserving, scalable across telecom and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on-device inference, feature-only logging, stateless scale-out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languages, accents and dialects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Language-agnostic front end + language-specific adapters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and SDKs for banks, contact centres, telecom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gRPC / WebSocket APIs + SDKs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real-time voice-integrity framework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signal processing + context, delivered as a reusable security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38528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Analyse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audio from telephony, VoIP or meetings; extract spectral, phase and prosodic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463040"/>
            <a:ext cx="1938528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9192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Score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4 evidence streams into one calibrated, explainable impersonation-risk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463040"/>
            <a:ext cx="1938528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Alert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agents and users across channels; recommend call-back, MFA or supervisor escalation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1696" y="1463040"/>
            <a:ext cx="1938528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48856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Enforce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2011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workflows automatically hold, step-up or block high-risk transactions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E3A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three ways: cloud API  |  on-premise / telecom edge  |  on-device SDK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from call source to enforced 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sources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 / mobile (SIPREC, SBC) · VoIP · Teams / Meet / Zoom · mobile 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pre-processing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decode (G.711, AMR, Opus) · VAD · denoise · 1 s windows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2560320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analysis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· prosody · speaker consistency · (optional) ASR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 · context enrichment · thresholds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560320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layer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prompts · SMS / email · in-app · agent desktop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0" y="3200400"/>
            <a:ext cx="2560320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workflow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Per-institution rules: hold, step-up, escalate, block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3200400"/>
            <a:ext cx="2743200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· CRM / contact centre · SIEM · telecom core (REST / gRPC)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24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plane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· feature-only logs · encryption · configurable retention · 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voice authenticity analysis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layers so no single new TTS model can fool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Acoustic &amp; spectral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23317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Self-supervised front end (wav2vec 2.0 / WavLM) + anti-spoofing head (AASIST-style)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vocoder artefacts, phase inconsistencies and spectral signatures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on codec-degraded audio so telephony compression does not hide artefacts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3108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Prosody &amp; behaviour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3317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rhythm, pitch contour, pauses and micro-variations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unnaturally uniform timing, missing breaths, and latency patterns typical of real-time voice conversion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for TTS to replicate over a long conversation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64008" cy="3108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Cross-session consistency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83080"/>
            <a:ext cx="23317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Speaker embeddings (ECAPA-TDNN) compared with consented historical genuine samples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identity drift inside a call and across sessions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used only where enrolment exists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engine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explainable, context-aware probability of impersonation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calibrated fusion of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score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Prosody score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Speaker-consistency score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risk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call origin, known-contact match, transaction value and type, past fraud indicators. Output: score, confidence and top reasons, updated each second with temporal smoothing.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action (configurable)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&lt;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Allow; passive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 30–60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agent; suggest call-back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60–80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MFA / supervisor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 &gt; 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transaction; alert fraud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tuned per scenario, e.g. a lower trigger for high-value transfers and privileged-access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Alerting, user interaction and workflows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before the transfer happens, in the tools staff already 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alerts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Agent-desktop pop-up, in-app notification, SMS and email to user, supervisor or fraud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4173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prompts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"Voice risk is high. Verify by call-back or MFA before approving this transfer."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14173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6400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8308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enterprises and agencies define rules via a no-code policy editor.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0175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D3EE"/>
                </a:solidFill>
              </a:rPr>
              <a:t>Example policy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call_type = "fund_transfer_approval"  AND  amount &gt; ₹10,00,000  AND  risk ≥ 60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notify supervisor  +  require MFA  +  delay settlement 15 min  +  log evidence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and compliant by design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biometric-grade personal data; we minimise what is stored and where it travels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508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on-device inference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models on the SBC, branch server or phone so raw audio need not leave the organisation.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1508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Feature-only logging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embeddings, scores and reasons, not recordings. Raw audio is discarded after the window.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64008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retention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83080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retention; evidence audio kept only when risk is critical and policy allows.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64008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enrolment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47472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voiceprints, notice of call analysis, easy deletion.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3017520"/>
            <a:ext cx="64008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47472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and at rest, role-based access, tamper-evident audit logs.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017520"/>
            <a:ext cx="6400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3474720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align with India's DPDP Act 2023 and sector (RBI) security norms; to be validated with counsel.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India: languages, accents and real phone channels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detection with language-specific adaptation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front end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3703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detection relies on signal-level cues (phase, spectrum, vocoder traces) that do not depend on the spoken language, so new languages work from day 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64008" cy="1600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adapters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83080"/>
            <a:ext cx="3703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fine-tuned heads for Hindi, Tamil, Telugu, Bengali, Marathi, Gujarati, Kannada, Malayalam, Punjabi and Indian English accents.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64008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2004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566160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sets (ASVspoof, WaveFake, IndicTTS-type corpora) plus our own clones generated with multiple open TTS / voice-conversion tools in Indian languages.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64008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2004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robustness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566160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G.711 / AMR-NB / Opus, packet loss, background noise, speakerphone and code-mixed (Hinglish) speech.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integration APIs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security layer for banks, contact centres and telecom operators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383280" cy="310896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30632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/ gRPC: streaming audio in, live risk out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REST: batch file analysis, policy and webhook management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SDKs: Python, Java, Android, iOS, 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Connectors: SIPREC / SBC, Genesys-type contact centres, Teams / Meet / Zoom bots, core banking, SIEM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0" y="1325880"/>
            <a:ext cx="4663440" cy="3108960"/>
          </a:xfrm>
          <a:prstGeom prst="rect">
            <a:avLst/>
          </a:prstGeom>
          <a:solidFill>
            <a:srgbClr val="070C1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41732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live risk event (gRPC / webhook)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"call_id": "c-84721",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"risk_score": 82,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"band": "critical",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"spectral_artifacts_high",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"prosody_uniform_pauses",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"speaker_drift_vs_enrolled"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"recommended_action":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"hold_transaction_and_callback"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evaluation plan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scalable components; benchmarked on metrics that matter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37033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ML: PyTorch, WavLM / wav2vec 2.0, AASIST-style heads, ECAPA-TDNN; ONNX / TensorRT for low latency and edge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DSP: librosa, pitch / phase / LFCC / CQCC features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Streaming: FastAPI, gRPC, WebRTC / SIP gateway, Kafka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Data: PostgreSQL, Redis, object store with encryption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UI: React dashboard; Docker / Kubernetes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64008" cy="3108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(targets to validate)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83080"/>
            <a:ext cx="37033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EER / min-tDCF on ASVspoof-style benchmarks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Per-language and per-codec accuracy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Time-to-first-score under 2 s; update every 1 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False-alarm rate on genuine calls (key for adoption)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Robustness to unseen TTS / voice-conversion tools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Throughput: concurrent streams per GPU / CPU core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feasibility and roadmap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layer aligned with national cyber-resilience goals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2103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83080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voice-cloning frauds; restored trust in voice channels; early detection and faster incident response.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2103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NBFCs first, then enterprises and government helplines, then telecom-operator integration.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210312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64008" cy="21031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17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83080"/>
            <a:ext cx="2331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enterprise licence, usage-based API for banks and telcos, on-prem licence for regulated entities.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1420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(hackathon): live demo + detection prototype   →   Phase 2: bank / contact-centre pilot, multilingual models   →   Phase 3: telecom-edge deployment, on-device SDK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1568</Words>
  <Application>Microsoft Office PowerPoint</Application>
  <PresentationFormat>On-screen Show (16:9)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VoiceShield AI - SIH 2026</dc:title>
  <dc:subject>PptxGenJS Presentation</dc:subject>
  <dc:creator>PptxGenJS</dc:creator>
  <cp:lastModifiedBy>Shreya Sivanath</cp:lastModifiedBy>
  <cp:revision>2</cp:revision>
  <dcterms:created xsi:type="dcterms:W3CDTF">2026-10-24T12:04:16Z</dcterms:created>
  <dcterms:modified xsi:type="dcterms:W3CDTF">2026-10-24T12:21:46Z</dcterms:modified>
</cp:coreProperties>
</file>